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46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965" y="8965"/>
            <a:ext cx="12191695" cy="68580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🌿 Plant Doctor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7F3D0"/>
                </a:solidFill>
              </a:defRPr>
            </a:pPr>
            <a:r>
              <a:t>Pakistani Kisanon Ka AI Doctor — AI-Powered Crop Disease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1854" y="4114800"/>
            <a:ext cx="349493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 dirty="0"/>
              <a:t>Saqlain </a:t>
            </a:r>
            <a:r>
              <a:rPr dirty="0" err="1"/>
              <a:t>Sajjad</a:t>
            </a:r>
            <a:r>
              <a:rPr dirty="0"/>
              <a:t>  ·  Roll No. 225218  ·  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rPr dirty="0" err="1"/>
              <a:t>Raheel</a:t>
            </a:r>
            <a:r>
              <a:rPr dirty="0"/>
              <a:t> Chishti  ·  Roll No. 225186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D97706"/>
                </a:solidFill>
              </a:defRPr>
            </a:pPr>
            <a:r>
              <a:t>Empowering Farmers, One Scan at a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Challenge in Modern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64E3B"/>
                </a:solidFill>
              </a:defRPr>
            </a:pPr>
            <a:r>
              <a:t>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Late diagnosis — diseases spotted after major crop damage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Expert shortage in rural Punjab &amp; villages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Complex tools — no Urdu / Roman Urdu support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Farmers lose money; food security at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173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64E3B"/>
                </a:solidFill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Yield loss &amp; wasted pesticides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Delayed treatment increases cost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Small farmers cannot afford consultants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National agriculture productivity suffers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Our Solution — The AI Doctor for Plants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Smartphone-friendly web app — no app store needed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Upload leaf photo → diagnosis in under 3 seconds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Roman Urdu + Urdu treatment advice via Google Gemini AI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Live Lahore weather widget for safe spray timing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Expert chat for farmer ↔ agricultural expert support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Live: plantdoctorapp.streamlit.app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Frontend: Streamlit Cloud + custom CSS (glassmorphism UI)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REST API: FastAPI on Railway.app (JWT, bcrypt, rate limits)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Database: MySQL on Railway (users, scans, consultations, diseases)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ML Inference: XGBoost .pkl models loaded in Streamlit (&lt;3s)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Generative AI: Gemini API for farmer-friendly advice text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Email: SMTP / Resend for optional account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Dataset: 74,000+ labeled crop leaf images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Models: Custom XGBoost + Random Forest classifiers (v3 .pkl)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Classical CV features: HOG, LBP, GLCM, Gabor filters, ORB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Auto crop detection before disease classification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Compressed models for fast edge inference on Streamlit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Confusion matrices &amp; reports saved per crop training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Supported Crops &amp; 18 Disease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🥔 Potato (3 classes) — Test 99%: Early Blight, Late Blight,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🍅 Tomato (9 classes) — Test 87%: Bacterial Spot, Early/Late Blight, Leaf Mold, Septoria, Target Spot, YLCV, Mosaic,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🫑 Pepper (2 classes) — Test 98%: Bacterial Spot,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🌽 Corn (4 classes) — Test 99%: Blight, Common Rust, Gray Leaf Spot,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Total: 18 disease classes · Roman Urdu names in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Platform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🔐 Secure JWT auth, roles: Farmer, Expert, Admin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🔬 AI Quick Scan with confidence score &amp; scan history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👨‍⚕️ AI Doctor advice (Gemini) saved to MySQL per scan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🌧️ Open-Meteo weather (temperature, wind, humidity)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💬 Expert consultation requests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📊 User dashboard — Plotly charts, crop &amp; disease analytics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🛡️ Admin panel — users, scans, platform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Database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Cloud MySQL (Railway) — production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SQL Server — optional local dev (agnostic query wrapper)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users — auth, roles, email verification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scans — crop, disease, confidence, ai_advice, image (base64 JPEG)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consultations — farmer ↔ expert messages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diseases — knowledge base (symptoms, treatment, prevention)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Relational design for history, analytics &amp; admin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Results &amp; Model Accuracy (v3 XGBoost)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18 disease classes total · 74,000+ training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🥔 Potato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3 disease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—  ·  CV: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Minimal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🍅 Tomato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9 disease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</a:defRPr>
            </a:pPr>
            <a:r>
              <a:t>Test accuracy: 87%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94%  ·  CV: 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7% (acceptable)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🫑 Pepper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2 disease classes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100%  ·  CV: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1.6% (no overfitting)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8116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🌽 Corn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4 disease classes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100%  ·  CV: 98%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1.2% (no overfitting)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800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🥔 Potato 3 + 🍅 Tomato 9 + 🫑 Pepper 2 + 🌽 Corn 4 = 18 classes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Tomato hardest (9 classes, real-field variation); Potato/Pepper/Corn 98–99% test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Inference &lt; 3 seconds per scan · .pkl models deployed on Streamlit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v3 Confusion Matrices — All 4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Test-set predictions vs actual labels</a:t>
            </a:r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23560" cy="4217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216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🥔 Potato · 3 classes · Test 99%</a:t>
            </a:r>
          </a:p>
        </p:txBody>
      </p:sp>
      <p:pic>
        <p:nvPicPr>
          <p:cNvPr id="8" name="Picture 7" descr="tomato_v3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23560" cy="40168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37216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🍅 Tomato · 9 classes · Test 87%</a:t>
            </a:r>
          </a:p>
        </p:txBody>
      </p:sp>
      <p:pic>
        <p:nvPicPr>
          <p:cNvPr id="10" name="Picture 9" descr="pepper_v3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86200"/>
            <a:ext cx="5623560" cy="42176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2362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🫑 Pepper · 2 classes · Test 98%</a:t>
            </a:r>
          </a:p>
        </p:txBody>
      </p:sp>
      <p:pic>
        <p:nvPicPr>
          <p:cNvPr id="12" name="Picture 11" descr="corn_v3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86200"/>
            <a:ext cx="5623560" cy="4373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62362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🌽 Corn · 4 classes · Test 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🥔 Potato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3 disease classes · potato_disease_model_v3.pkl</a:t>
            </a:r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2272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(3): Early Blight, Late Blight,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99%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Minimal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🍅 Tomato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9 disease classes · tomato_disease_model_v3.pkl</a:t>
            </a:r>
          </a:p>
        </p:txBody>
      </p:sp>
      <p:pic>
        <p:nvPicPr>
          <p:cNvPr id="6" name="Picture 5" descr="tom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848856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(9): Bacterial Spot, Early/Late Blight, Leaf Mold, Septoria, Target Spot, YLCV, Mosaic,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87%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94%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84%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7% (acceptable)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🫑 Pepper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2 disease classes · pepper_disease_model_v3.pkl</a:t>
            </a:r>
          </a:p>
        </p:txBody>
      </p:sp>
      <p:pic>
        <p:nvPicPr>
          <p:cNvPr id="6" name="Picture 5" descr="pepper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2272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(2): Bacterial Spot,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98%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100%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1.6% (no overfitting)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🌽 Corn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4 disease classes · corn_disease_model_v3.pkl</a:t>
            </a:r>
          </a:p>
        </p:txBody>
      </p:sp>
      <p:pic>
        <p:nvPicPr>
          <p:cNvPr id="6" name="Picture 5" descr="corn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289766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(4): Blight, Common Rust, Gray Leaf Spot,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99%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100%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98%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1.2% (no overfitting)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Technology Stack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Languages: Python 3.10+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Frontend: Streamlit, Plotly, Custom HTML/CSS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Backend: FastAPI, Uvicorn, SlowAPI, PyJWT, bcrypt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ML: XGBoost, scikit-learn, OpenCV, scikit-image, joblib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AI: Google Gemini API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DB: MySQL (Railway), pymysql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Deploy: GitHub → Streamlit Cloud + Railway Docker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Integrations: SMTP/Resend, Open-Meteo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Farmer's Journey (Demo 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1. Register / Login (auto-verify if email not configured)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2. Select crop page or auto-detect from photo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3. Upload sick leaf image → XGBoost predicts disease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4. Gemini generates Roman Urdu treatment steps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5. Scan saved to cloud history + dashboard charts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6. Optional: Expert chat for second opinion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Admin Dashboard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Admin-only panel (role-based JWT)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Platform stats: total users, scans, diseases detected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Plotly visualizations — crop breakdown, disease trends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View all users &amp; recent scans across Pakistan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Promote users to Expert role for consultations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Delivered end-to-end AI crop doctor for Pakistani farmers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4 crops, 18 diseases, cloud auth, history, admin, expert chat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Future: Wheat, Rice, Cotton models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Mobile app / PWA offline with Edge AI on phone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Regional disease heatmaps &amp; Urdu full UI toggle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Drone imagery for large-field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Empowering agriculture with the speed of AI.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endParaRPr/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🌐 plantdoctorapp.streamlit.app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Questions welcome from the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1367</Words>
  <Application>Microsoft Office PowerPoint</Application>
  <PresentationFormat>Widescreen</PresentationFormat>
  <Paragraphs>177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Saqlain</cp:lastModifiedBy>
  <cp:revision>2</cp:revision>
  <dcterms:created xsi:type="dcterms:W3CDTF">2013-01-27T09:14:16Z</dcterms:created>
  <dcterms:modified xsi:type="dcterms:W3CDTF">2026-05-20T17:32:15Z</dcterms:modified>
  <cp:category/>
</cp:coreProperties>
</file>